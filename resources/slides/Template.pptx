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131"/>
    <a:srgbClr val="E9E0C5"/>
    <a:srgbClr val="2F55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29"/>
    <p:restoredTop sz="94658"/>
  </p:normalViewPr>
  <p:slideViewPr>
    <p:cSldViewPr snapToGrid="0">
      <p:cViewPr varScale="1">
        <p:scale>
          <a:sx n="116" d="100"/>
          <a:sy n="116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5E7130F-F05B-B150-3729-9E271DF171FA}"/>
              </a:ext>
            </a:extLst>
          </p:cNvPr>
          <p:cNvSpPr/>
          <p:nvPr userDrawn="1"/>
        </p:nvSpPr>
        <p:spPr>
          <a:xfrm>
            <a:off x="0" y="2723115"/>
            <a:ext cx="12192000" cy="4175981"/>
          </a:xfrm>
          <a:prstGeom prst="rect">
            <a:avLst/>
          </a:prstGeom>
          <a:solidFill>
            <a:srgbClr val="333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7BDD6A-1823-8EBE-4339-8BE6A00F709B}"/>
              </a:ext>
            </a:extLst>
          </p:cNvPr>
          <p:cNvSpPr/>
          <p:nvPr userDrawn="1"/>
        </p:nvSpPr>
        <p:spPr>
          <a:xfrm>
            <a:off x="0" y="315538"/>
            <a:ext cx="12192000" cy="4622137"/>
          </a:xfrm>
          <a:prstGeom prst="rect">
            <a:avLst/>
          </a:prstGeom>
          <a:solidFill>
            <a:srgbClr val="2F55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FEA07-9D5A-E087-CD0F-85CD617F7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1677"/>
            <a:ext cx="9144000" cy="238760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209C7-F1CD-D1FA-BA76-113A478A9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35621"/>
            <a:ext cx="9144000" cy="836398"/>
          </a:xfr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18ECE-1E6D-F8F2-58B1-71D7BE74C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15439-64B1-CE4E-8D65-9A05746CEBE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2AB94-E371-30E1-1464-0D57E5C45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C57B5-7F35-E930-6BE6-D18551982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DA490C-3727-1BB3-41EC-8E8B0CB167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55810" y="3139629"/>
            <a:ext cx="3280381" cy="155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0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07BDD6A-1823-8EBE-4339-8BE6A00F709B}"/>
              </a:ext>
            </a:extLst>
          </p:cNvPr>
          <p:cNvSpPr/>
          <p:nvPr userDrawn="1"/>
        </p:nvSpPr>
        <p:spPr>
          <a:xfrm>
            <a:off x="0" y="1600201"/>
            <a:ext cx="12192000" cy="2412586"/>
          </a:xfrm>
          <a:prstGeom prst="rect">
            <a:avLst/>
          </a:prstGeom>
          <a:solidFill>
            <a:srgbClr val="2F55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FEA07-9D5A-E087-CD0F-85CD617F7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25187"/>
            <a:ext cx="9144000" cy="238760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18ECE-1E6D-F8F2-58B1-71D7BE74C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15439-64B1-CE4E-8D65-9A05746CEBE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2AB94-E371-30E1-1464-0D57E5C45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C57B5-7F35-E930-6BE6-D18551982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1D39B3-5E5D-0F11-FC35-6F2C9B63E066}"/>
              </a:ext>
            </a:extLst>
          </p:cNvPr>
          <p:cNvSpPr/>
          <p:nvPr userDrawn="1"/>
        </p:nvSpPr>
        <p:spPr>
          <a:xfrm>
            <a:off x="0" y="-1813"/>
            <a:ext cx="12192000" cy="14002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05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A4224-9B42-A3A3-FD4B-7DCB37A5F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AA945-E77C-96EC-A764-294BBBDF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AD0B7-B808-1B7F-CEF5-3629CD750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15439-64B1-CE4E-8D65-9A05746CEBE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5568F-D032-2C7B-B173-457682AC3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4C81A-A9BC-68BA-10CE-C19115630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01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BF158-323C-D3C4-5EDF-AEB556D38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1458E-494E-6576-E590-8D027645C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7630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EEC45-80B7-E5F2-1EE8-4F13C3A49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7630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B021E-F3AB-3183-A464-2E0E7E6D4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15439-64B1-CE4E-8D65-9A05746CEBE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BF0C7-58BA-2DE2-32B3-6B84F0FD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A454F-821E-AC99-31C4-2DF525F5D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690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9E204-57F3-A972-D2AB-B8EB443E1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2128D8-E1CA-2D26-E644-D8B87B9C9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15439-64B1-CE4E-8D65-9A05746CEBE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DE7C9D-573E-CCAB-347D-345D212F6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19D84-0242-52EC-3A47-A0A3D5B6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3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A92FF-B703-4780-1EBB-1AE0E3CF7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482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CB9E3-427E-4369-98EC-BD677B2D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15439-64B1-CE4E-8D65-9A05746CEBE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7B86C-AB67-018D-C428-7A1EC0C20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9F652-BA41-5373-A931-0B0D06827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BF1A77-8AB3-41F4-86D3-BFA6FEEDF61A}"/>
              </a:ext>
            </a:extLst>
          </p:cNvPr>
          <p:cNvSpPr/>
          <p:nvPr userDrawn="1"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F55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470494-B9BA-F0AA-4595-820C4E478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09"/>
            <a:ext cx="10515600" cy="898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9538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0" r:id="rId3"/>
    <p:sldLayoutId id="2147483652" r:id="rId4"/>
    <p:sldLayoutId id="2147483654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9E0C5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120000"/>
        <a:buFont typeface="System Font Regular"/>
        <a:buChar char="-"/>
        <a:defRPr sz="24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C5254-A6C8-05C8-5EA9-5838E08CAE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47E065-2169-139C-A72D-7AC7577230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74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System Font Regular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Larry Peterson</dc:creator>
  <cp:lastModifiedBy>Larry Peterson</cp:lastModifiedBy>
  <cp:revision>4</cp:revision>
  <dcterms:created xsi:type="dcterms:W3CDTF">2026-08-04T17:34:08Z</dcterms:created>
  <dcterms:modified xsi:type="dcterms:W3CDTF">2026-09-11T21:25:41Z</dcterms:modified>
</cp:coreProperties>
</file>