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4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15439-64B1-CE4E-8D65-9A05746CEBE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5254-A6C8-05C8-5EA9-5838E08CAE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7E065-2169-139C-A72D-7AC7577230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74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System Font Regular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3</cp:revision>
  <dcterms:created xsi:type="dcterms:W3CDTF">2026-08-04T17:34:08Z</dcterms:created>
  <dcterms:modified xsi:type="dcterms:W3CDTF">2026-08-04T18:35:43Z</dcterms:modified>
</cp:coreProperties>
</file>